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-1.mp4"/><Relationship Id="rId2" Type="http://schemas.microsoft.com/office/2007/relationships/media" Target="../media/media-2-1.mp4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3-1.mp4"/><Relationship Id="rId2" Type="http://schemas.microsoft.com/office/2007/relationships/media" Target="../media/media-13-1.mp4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2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80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3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1 · A SAVANNA STORY ABOUT JOB HUNTING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6459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4E6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Hakuna Matatah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8778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AD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worries, we've got your job hunt. Matatah finds the roles that fit you, writes a packet that's 10/10 for that role, and applies for real — waiting for the “thank you” before it ever says Applied.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149840" y="1371600"/>
            <a:ext cx="914400" cy="914400"/>
          </a:xfrm>
          <a:prstGeom prst="ellipse">
            <a:avLst/>
          </a:prstGeom>
          <a:solidFill>
            <a:srgbClr val="E39A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job · Write the packet · Apply for real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6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· 2 MINUTES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Kiki &amp; Tembo meet Matatah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oxpecker who sent 411 applications with the same résumé, and an elephant who never forgets a deadline.</a:t>
            </a:r>
            <a:endParaRPr lang="en-US" sz="17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807208" y="2240280"/>
            <a:ext cx="6583680" cy="3703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characters and story, made for Matatah. The captcha beat shows the bot stopping and handing off to the human — that is the real product behaviour.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6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résumé, four hundred times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2860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B84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411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A6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SENT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210312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89120" y="22860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B84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6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3429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A6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210312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138160" y="22860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B84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6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3429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A6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 NEWSLETTER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4805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lose on three fronts at once: they can't see which postings actually fit, every packet reads like everyone else's, and applying takes 20 minutes of clicking per role. Kiki's numbers are made up; the pattern is not.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6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MATATAH DOES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Find. Write. Apply for real.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83280" cy="3383280"/>
          </a:xfrm>
          <a:prstGeom prst="roundRect">
            <a:avLst>
              <a:gd name="adj" fmla="val 3243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23160"/>
            <a:ext cx="502920" cy="502920"/>
          </a:xfrm>
          <a:prstGeom prst="ellipse">
            <a:avLst/>
          </a:prstGeom>
          <a:solidFill>
            <a:srgbClr val="B847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4505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15468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600,000+ live postings from 90,000+ verified career boards and ranks them against your profile — fresh postings blended in, because the first days of a listing convert best.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89120" y="2103120"/>
            <a:ext cx="3383280" cy="3383280"/>
          </a:xfrm>
          <a:prstGeom prst="roundRect">
            <a:avLst>
              <a:gd name="adj" fmla="val 3243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423160"/>
            <a:ext cx="502920" cy="502920"/>
          </a:xfrm>
          <a:prstGeom prst="ellipse">
            <a:avLst/>
          </a:prstGeom>
          <a:solidFill>
            <a:srgbClr val="B847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24505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15468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résumé and cover letter built for this role: a one-line thesis about you, the proof that matters to this reader, nothing invented — checked by a QA gate before it can ship.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138160" y="2103120"/>
            <a:ext cx="3383280" cy="3383280"/>
          </a:xfrm>
          <a:prstGeom prst="roundRect">
            <a:avLst>
              <a:gd name="adj" fmla="val 3243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423160"/>
            <a:ext cx="502920" cy="502920"/>
          </a:xfrm>
          <a:prstGeom prst="ellipse">
            <a:avLst/>
          </a:prstGeom>
          <a:solidFill>
            <a:srgbClr val="B847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24505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every step, presses Submit, waits for the confirmation, marks Applied, moves on. Stops and hands you the wheel for captchas, logins and questions only you can answer.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6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right postings, newest first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166360" cy="1874520"/>
          </a:xfrm>
          <a:prstGeom prst="roundRect">
            <a:avLst>
              <a:gd name="adj" fmla="val 5854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4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board, every day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7889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Greenhouse, Lever, Ashby, Workday, iCIMS, SmartRecruiters and 30 more ATS families, plus company career pages. Descriptions embedded so matching is by meaning, not keywords.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2057400"/>
            <a:ext cx="5166360" cy="1874520"/>
          </a:xfrm>
          <a:prstGeom prst="roundRect">
            <a:avLst>
              <a:gd name="adj" fmla="val 5854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4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Posting age is real data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7889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listing carries when it was posted and when Matatah first saw it. Recommendations blend the best-fitting postings with the best-fitting new ones, and a fresh posting wins a near-tie.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5166360" cy="1874520"/>
          </a:xfrm>
          <a:prstGeom prst="roundRect">
            <a:avLst>
              <a:gd name="adj" fmla="val 5854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60120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4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applied? Gone.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9377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role on another board, or a retitled repost, never comes back once you've applied or dismissed it.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4206240"/>
            <a:ext cx="5166360" cy="1874520"/>
          </a:xfrm>
          <a:prstGeom prst="roundRect">
            <a:avLst>
              <a:gd name="adj" fmla="val 5854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92240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4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Closed? Skipped.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9377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Expired, 404 and email-only postings are skipped with a reason and remembered — no dead ends in the queue.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6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· THE 10/10 PACKET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job description, three different people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Senior PM posting at a clinic-software company. Each thesis is only true of that person — and every claim traces to their own record.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82296" cy="2651760"/>
          </a:xfrm>
          <a:prstGeom prst="roundRect">
            <a:avLst>
              <a:gd name="adj" fmla="val 44444"/>
            </a:avLst>
          </a:prstGeom>
          <a:solidFill>
            <a:srgbClr val="E39A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514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6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ENGINEER → PM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92608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“RF engineer turned product manager … rare depth across the device hardware, the HL7 integration, and the nurse-facing software on top.”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0" y="228600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2286000"/>
            <a:ext cx="82296" cy="2651760"/>
          </a:xfrm>
          <a:prstGeom prst="roundRect">
            <a:avLst>
              <a:gd name="adj" fmla="val 44444"/>
            </a:avLst>
          </a:prstGeom>
          <a:solidFill>
            <a:srgbClr val="E39A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2514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6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SENIOR PM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92608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“Seven years owning marketplace surfaces used daily by tens of thousands of professionals — including a merchant API at scale …”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38160" y="228600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2286000"/>
            <a:ext cx="82296" cy="2651760"/>
          </a:xfrm>
          <a:prstGeom prst="roundRect">
            <a:avLst>
              <a:gd name="adj" fmla="val 44444"/>
            </a:avLst>
          </a:prstGeom>
          <a:solidFill>
            <a:srgbClr val="E39A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58200" y="2514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6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NLP SCIENTIST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292608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“Scientist who owned the full documentation surface … with FHIR/EHR depth that most PMs borrow from engineers.”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engine, the old generator had quietly retitled the scientist “Senior Product Manager with 5+ years”. That is exactly what the gate now refuses.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6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· THE QA GATE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packet ships only when all eight checks pass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3E7A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7830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phone, employers, titles, dates in a fixed single-column layout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365760" cy="365760"/>
          </a:xfrm>
          <a:prstGeom prst="ellipse">
            <a:avLst/>
          </a:prstGeom>
          <a:solidFill>
            <a:srgbClr val="3E7A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722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17830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bullet cites its source; every number is in that source (or plain arithmetic on it)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907792"/>
            <a:ext cx="365760" cy="365760"/>
          </a:xfrm>
          <a:prstGeom prst="ellipse">
            <a:avLst/>
          </a:prstGeom>
          <a:solidFill>
            <a:srgbClr val="3E7A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86207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sentences, specific to this person and role family, no adjective soup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2907792"/>
            <a:ext cx="365760" cy="365760"/>
          </a:xfrm>
          <a:prstGeom prst="ellipse">
            <a:avLst/>
          </a:prstGeom>
          <a:solidFill>
            <a:srgbClr val="3E7A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86207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ranking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leading bullets are the ones ranked highest for this job description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986784"/>
            <a:ext cx="365760" cy="365760"/>
          </a:xfrm>
          <a:prstGeom prst="ellipse">
            <a:avLst/>
          </a:prstGeom>
          <a:solidFill>
            <a:srgbClr val="3E7A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941064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untouched; no “head of” language on an IC record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3986784"/>
            <a:ext cx="365760" cy="365760"/>
          </a:xfrm>
          <a:prstGeom prst="ellipse">
            <a:avLst/>
          </a:prstGeom>
          <a:solidFill>
            <a:srgbClr val="3E7A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3941064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cover builds on a concrete line from the posting, never “your mission”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5065776"/>
            <a:ext cx="365760" cy="365760"/>
          </a:xfrm>
          <a:prstGeom prst="ellipse">
            <a:avLst/>
          </a:prstGeom>
          <a:solidFill>
            <a:srgbClr val="3E7A3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5065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5020056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rare combination surfaces; buzzwords banned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72200" y="5065776"/>
            <a:ext cx="365760" cy="365760"/>
          </a:xfrm>
          <a:prstGeom prst="ellipse">
            <a:avLst/>
          </a:prstGeom>
          <a:solidFill>
            <a:srgbClr val="3E7A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5065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5020056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placeholders, no encoding glitches, one email, a clean filename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6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families come from a registry: 35 seeds, and a new family is generated from an unseen job description once, checked, saved, and reused.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6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· COVER 10/10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cover letter, held to the same bar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66360" cy="3840480"/>
          </a:xfrm>
          <a:prstGeom prst="roundRect">
            <a:avLst>
              <a:gd name="adj" fmla="val 2857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6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template + light tailor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146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5E4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am excited about your mission and believe I would be a great fit…”  Interchangeable, no company-specific line, ~7/10.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82512" y="1828800"/>
            <a:ext cx="5166360" cy="3840480"/>
          </a:xfrm>
          <a:prstGeom prst="roundRect">
            <a:avLst>
              <a:gd name="adj" fmla="val 2857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82512" y="1828800"/>
            <a:ext cx="82296" cy="3840480"/>
          </a:xfrm>
          <a:prstGeom prst="roundRect">
            <a:avLst>
              <a:gd name="adj" fmla="val 44444"/>
            </a:avLst>
          </a:prstGeom>
          <a:solidFill>
            <a:srgbClr val="3E7A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02552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Cover 10/10 pipeline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2552" y="2514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line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(first 2 sentences) · 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company-specific insight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the posting · 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2 proofs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record · level-matched voice · soft CTA.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02552" y="47091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blocks on factuality; rubric p50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3E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factuality 100% on the golden set. No template letter ever ships.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6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· BOT APPLY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Success, or a reason. Nothing in between.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mode fills every step — including multi-page Workday flows — presses Submit, and then waits. Only a confirmation counts.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417320" cy="548640"/>
          </a:xfrm>
          <a:prstGeom prst="roundRect">
            <a:avLst>
              <a:gd name="adj" fmla="val 50000"/>
            </a:avLst>
          </a:prstGeom>
          <a:solidFill>
            <a:srgbClr val="EAD6AE"/>
          </a:solidFill>
          <a:ln w="12700">
            <a:solidFill>
              <a:srgbClr val="D9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3774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23774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6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40280" y="2377440"/>
            <a:ext cx="1417320" cy="548640"/>
          </a:xfrm>
          <a:prstGeom prst="roundRect">
            <a:avLst>
              <a:gd name="adj" fmla="val 50000"/>
            </a:avLst>
          </a:prstGeom>
          <a:solidFill>
            <a:srgbClr val="EAD6AE"/>
          </a:solidFill>
          <a:ln w="12700">
            <a:solidFill>
              <a:srgbClr val="D9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40280" y="23774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3774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6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0" y="2377440"/>
            <a:ext cx="1417320" cy="548640"/>
          </a:xfrm>
          <a:prstGeom prst="roundRect">
            <a:avLst>
              <a:gd name="adj" fmla="val 50000"/>
            </a:avLst>
          </a:prstGeom>
          <a:solidFill>
            <a:srgbClr val="EAD6AE"/>
          </a:solidFill>
          <a:ln w="12700">
            <a:solidFill>
              <a:srgbClr val="D9C3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40480" y="23774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23774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6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40680" y="2377440"/>
            <a:ext cx="1417320" cy="548640"/>
          </a:xfrm>
          <a:prstGeom prst="roundRect">
            <a:avLst>
              <a:gd name="adj" fmla="val 50000"/>
            </a:avLst>
          </a:prstGeom>
          <a:solidFill>
            <a:srgbClr val="EAD6AE"/>
          </a:solidFill>
          <a:ln w="12700">
            <a:solidFill>
              <a:srgbClr val="D9C3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40680" y="23774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23774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6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040880" y="2377440"/>
            <a:ext cx="1417320" cy="548640"/>
          </a:xfrm>
          <a:prstGeom prst="roundRect">
            <a:avLst>
              <a:gd name="adj" fmla="val 50000"/>
            </a:avLst>
          </a:prstGeom>
          <a:solidFill>
            <a:srgbClr val="3E7A3A"/>
          </a:solidFill>
          <a:ln w="12700">
            <a:solidFill>
              <a:srgbClr val="D9C39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0" y="23774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23774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6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41080" y="2377440"/>
            <a:ext cx="1417320" cy="548640"/>
          </a:xfrm>
          <a:prstGeom prst="roundRect">
            <a:avLst>
              <a:gd name="adj" fmla="val 50000"/>
            </a:avLst>
          </a:prstGeom>
          <a:solidFill>
            <a:srgbClr val="3E7A3A"/>
          </a:solidFill>
          <a:ln w="12700">
            <a:solidFill>
              <a:srgbClr val="D9C39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41080" y="23774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0" y="23774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6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241280" y="2377440"/>
            <a:ext cx="1417320" cy="548640"/>
          </a:xfrm>
          <a:prstGeom prst="roundRect">
            <a:avLst>
              <a:gd name="adj" fmla="val 50000"/>
            </a:avLst>
          </a:prstGeom>
          <a:solidFill>
            <a:srgbClr val="EAD6AE"/>
          </a:solidFill>
          <a:ln w="12700">
            <a:solidFill>
              <a:srgbClr val="D9C39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241280" y="23774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338328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E39A2E"/>
          </a:solidFill>
          <a:ln w="12700">
            <a:solidFill>
              <a:srgbClr val="D9C39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383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you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2560320" y="33832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captcha · login · code · a fact nobody has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416052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EAD6AE"/>
          </a:solidFill>
          <a:ln w="12700">
            <a:solidFill>
              <a:srgbClr val="D9C39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2560320" y="41605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· no form · email-only · wall not cleared in 20 min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493776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EAD6AE"/>
          </a:solidFill>
          <a:ln w="12700">
            <a:solidFill>
              <a:srgbClr val="D9C39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4937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2560320" y="49377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never confirmed · form still rejecting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6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“Fields filled” is not an outcome. The queue never advances until one of the three verdicts above is recorded — and Applied only ever follows a confirmation.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6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· THE HANDOFF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stops. You take the wheel. It resumes.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383280" cy="3017520"/>
          </a:xfrm>
          <a:prstGeom prst="roundRect">
            <a:avLst>
              <a:gd name="adj" fmla="val 3636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468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4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view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06324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form being filled, with a running trail of every decision — on your laptop, or from your phone when it runs in the cloud.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89120" y="2194560"/>
            <a:ext cx="3383280" cy="3017520"/>
          </a:xfrm>
          <a:prstGeom prst="roundRect">
            <a:avLst>
              <a:gd name="adj" fmla="val 3636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709160" y="2468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4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over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306324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freezes the filler. Solve the captcha, type the code, answer the question. Hand back, and the same application continues to Submit.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138160" y="2194560"/>
            <a:ext cx="3383280" cy="3017520"/>
          </a:xfrm>
          <a:prstGeom prst="roundRect">
            <a:avLst>
              <a:gd name="adj" fmla="val 3636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58200" y="2468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4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sneaks past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306324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captcha solving, no stealth browsers, no proxy tricks. A security check is always a human moment; if nobody clears it, the job is skipped with the reason.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6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engine, many hands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BF3E2"/>
          </a:solidFill>
          <a:ln w="31750">
            <a:solidFill>
              <a:srgbClr val="B84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286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4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Engine (matatah.com)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97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Queue, state machine, evidence rules, challenge handoffs, Mark Applied. Every client reports to it; none of them can mark a job applied without evidence.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383280" cy="1234440"/>
          </a:xfrm>
          <a:prstGeom prst="roundRect">
            <a:avLst>
              <a:gd name="adj" fmla="val 8889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37764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1605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Matches, Bot Apply, live view, admin.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5112" y="3611880"/>
            <a:ext cx="3383280" cy="1234440"/>
          </a:xfrm>
          <a:prstGeom prst="roundRect">
            <a:avLst>
              <a:gd name="adj" fmla="val 8889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99432" y="37764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Chrome extension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41605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in your own browser.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10144" y="3611880"/>
            <a:ext cx="3383280" cy="1234440"/>
          </a:xfrm>
          <a:prstGeom prst="roundRect">
            <a:avLst>
              <a:gd name="adj" fmla="val 8889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84464" y="37764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 app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84464" y="41605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queue on your machine, with your logins.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3383280" cy="1234440"/>
          </a:xfrm>
          <a:prstGeom prst="roundRect">
            <a:avLst>
              <a:gd name="adj" fmla="val 8889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51937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session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5778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worker, headless, streamed to web + phone.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25112" y="5029200"/>
            <a:ext cx="3383280" cy="1234440"/>
          </a:xfrm>
          <a:prstGeom prst="roundRect">
            <a:avLst>
              <a:gd name="adj" fmla="val 8889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599432" y="51937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/ iPad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599432" y="55778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Watch, take over, chat, fill soft forms, from anywhere.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6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filler is one content.js shared by every client, so a fix lands everywhere at once.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6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 · MATATAH.COM, LIVE ACCOUNT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looks like today</a:t>
            </a:r>
            <a:endParaRPr lang="en-US" sz="3400" dirty="0"/>
          </a:p>
        </p:txBody>
      </p:sp>
      <p:pic>
        <p:nvPicPr>
          <p:cNvPr id="4" name="Image 0" descr="shot-match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3383280" cy="1856232"/>
          </a:xfrm>
          <a:prstGeom prst="ellipse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8862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— 118 recommended, each with a fit score, reasons, and Apply / Bot Apply</a:t>
            </a:r>
            <a:endParaRPr lang="en-US" sz="1200" dirty="0"/>
          </a:p>
        </p:txBody>
      </p:sp>
      <p:pic>
        <p:nvPicPr>
          <p:cNvPr id="6" name="Image 1" descr="shot-botappl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920240"/>
            <a:ext cx="3383280" cy="1856232"/>
          </a:xfrm>
          <a:prstGeom prst="ellipse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389120" y="38862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Apply — workers online, run picker defaulting to “my Chrome”, live view</a:t>
            </a:r>
            <a:endParaRPr lang="en-US" sz="1200" dirty="0"/>
          </a:p>
        </p:txBody>
      </p:sp>
      <p:pic>
        <p:nvPicPr>
          <p:cNvPr id="8" name="Image 2" descr="shot-dashboar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920240"/>
            <a:ext cx="3383280" cy="1856232"/>
          </a:xfrm>
          <a:prstGeom prst="ellipse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138160" y="38862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187 evaluations, 187 applications tracked, 171 applied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6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captured from the presenter's own account on 13 Sep 2026; the pool spans 119,000+ employer career pages.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6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ENGINE · RECORDED, NOT STAGED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filler working a Greenhouse-style form</a:t>
            </a:r>
            <a:endParaRPr lang="en-US" sz="30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0080" y="1828800"/>
            <a:ext cx="5852160" cy="3657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720840" y="1874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Fill —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phone from the profile; every filled field gets a green outline.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6720840" y="26517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Agent pass —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required question nobody can answer (“active TS/SCI clearance?”) goes to the model, which says it doesn't have it.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720840" y="34290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Needs you —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pauses on missing_info instead of guessing or moving on.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720840" y="42062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Human answers —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 is set to “No”, Continue is pressed.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720840" y="49834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Submit → confirmation —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“Thank you for applying” is detected; only then marked applied.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6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Boring where it should be, sharp where it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66360" cy="1024128"/>
          </a:xfrm>
          <a:prstGeom prst="roundRect">
            <a:avLst>
              <a:gd name="adj" fmla="val 10714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653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&amp; API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Router, TS) on Vercel · Vercel Cron · Blob for PDFs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166360" cy="1024128"/>
          </a:xfrm>
          <a:prstGeom prst="roundRect">
            <a:avLst>
              <a:gd name="adj" fmla="val 10714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46520" y="18653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240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on Neon + pgvector (768-d, ivfflat) · Drizzle · 600k+ listings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907792"/>
            <a:ext cx="5166360" cy="1024128"/>
          </a:xfrm>
          <a:prstGeom prst="roundRect">
            <a:avLst>
              <a:gd name="adj" fmla="val 10714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30358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4107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for scoring/tailoring/agent + OpenRouter–Groq–NVIDIA fallback · OpenAI embeddings · prompt caching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2907792"/>
            <a:ext cx="5166360" cy="1024128"/>
          </a:xfrm>
          <a:prstGeom prst="roundRect">
            <a:avLst>
              <a:gd name="adj" fmla="val 10714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46520" y="30358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Engine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4107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+ evidence rules in Postgres; Mark Applied only on confirmation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078224"/>
            <a:ext cx="5166360" cy="1024128"/>
          </a:xfrm>
          <a:prstGeom prst="roundRect">
            <a:avLst>
              <a:gd name="adj" fmla="val 10714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58114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content.js: field mapping, learning, repeaters, agent loop, human-cadence typing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078224"/>
            <a:ext cx="5166360" cy="1024128"/>
          </a:xfrm>
          <a:prstGeom prst="roundRect">
            <a:avLst>
              <a:gd name="adj" fmla="val 10714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46520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458114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MV3 · Electron (Playwright + CDP screencast) · Node/Playwright cloud on Render · Expo mobile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248656"/>
            <a:ext cx="5166360" cy="1024128"/>
          </a:xfrm>
          <a:prstGeom prst="roundRect">
            <a:avLst>
              <a:gd name="adj" fmla="val 10714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14400" y="53766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75157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API (codes from the inbox) · Stripe · Google / GitHub sign-in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5248656"/>
            <a:ext cx="5166360" cy="1024128"/>
          </a:xfrm>
          <a:prstGeom prst="roundRect">
            <a:avLst>
              <a:gd name="adj" fmla="val 10714"/>
            </a:avLst>
          </a:prstGeom>
          <a:solidFill>
            <a:srgbClr val="FBF3E2"/>
          </a:solidFill>
          <a:ln w="12700">
            <a:solidFill>
              <a:srgbClr val="D9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4A2D14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446520" y="53766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575157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harnesses vs mock ATS pages · fake engine flags early queue advance · QA gate on every packet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E6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6 MINUTES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show, in order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B847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011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— </a:t>
            </a:r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list; point at the fit score and “posted 1 day ago”; dismiss one — it never returns.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724912"/>
            <a:ext cx="457200" cy="457200"/>
          </a:xfrm>
          <a:prstGeom prst="ellipse">
            <a:avLst/>
          </a:prstGeom>
          <a:solidFill>
            <a:srgbClr val="B84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72491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— </a:t>
            </a:r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match, generate the packet; read the thesis aloud; open the QA report (pass, 10/10).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438144"/>
            <a:ext cx="457200" cy="457200"/>
          </a:xfrm>
          <a:prstGeom prst="ellipse">
            <a:avLst/>
          </a:prstGeom>
          <a:solidFill>
            <a:srgbClr val="B847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43814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Apply — </a:t>
            </a:r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continuous run on the desktop app; show the live view filling a multi-page form.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151376"/>
            <a:ext cx="457200" cy="457200"/>
          </a:xfrm>
          <a:prstGeom prst="ellipse">
            <a:avLst/>
          </a:prstGeom>
          <a:solidFill>
            <a:srgbClr val="B847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15137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— </a:t>
            </a:r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captcha posting, show “Needs you”, Take over, clear it, Hand back; watch it turn green.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0080" y="4864608"/>
            <a:ext cx="457200" cy="457200"/>
          </a:xfrm>
          <a:prstGeom prst="ellipse">
            <a:avLst/>
          </a:prstGeom>
          <a:solidFill>
            <a:srgbClr val="B847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864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8646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— </a:t>
            </a:r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Live tab on the phone while a cloud session runs; tap Take over from there.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40080" y="5577840"/>
            <a:ext cx="457200" cy="457200"/>
          </a:xfrm>
          <a:prstGeom prst="ellipse">
            <a:avLst/>
          </a:prstGeom>
          <a:solidFill>
            <a:srgbClr val="B847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577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A1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— </a:t>
            </a:r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5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summary: applied / skipped (with reasons) / needs you. Nothing filled and forgotten.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312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88720"/>
            <a:ext cx="914400" cy="914400"/>
          </a:xfrm>
          <a:prstGeom prst="ellipse">
            <a:avLst/>
          </a:prstGeom>
          <a:solidFill>
            <a:srgbClr val="E39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3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10896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4E6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Hakuna Matatah</a:t>
            </a:r>
            <a:endParaRPr lang="en-US" sz="6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572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AD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job. Write the packet. Apply for real. No worries.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669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6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matatah.com · Bot Apply is currently limited to admins while the success loop is verified on live boards. Matatah never solves captchas or bypasses security checks — those moments are always handed to you.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2026-09-13T14:35:11Z</dcterms:created>
  <dcterms:modified xsi:type="dcterms:W3CDTF">2026-09-13T14:35:11Z</dcterms:modified>
</cp:coreProperties>
</file>